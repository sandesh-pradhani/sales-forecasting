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48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A6D8A"/>
                </a:solidFill>
                <a:latin typeface="Calibri"/>
              </a:rPr>
              <a:t>[ College Banner / Logo — paste your image here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457200" cy="50109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0F6FF"/>
                </a:solidFill>
                <a:latin typeface="Calibri"/>
              </a:rPr>
              <a:t>SalesCast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E5B0"/>
                </a:solidFill>
                <a:latin typeface="Calibri"/>
              </a:rPr>
              <a:t>Sales Forecasting Using 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6D8A"/>
                </a:solidFill>
                <a:latin typeface="Calibri"/>
              </a:rPr>
              <a:t>A Machine Learning Mini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03320"/>
            <a:ext cx="9144000" cy="36576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5303520" cy="1554480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54864" cy="155448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8BFF"/>
                </a:solidFill>
                <a:latin typeface="Calibri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25196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Student Name 1  —  Roll No.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Student Name 2  —  Roll No.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Student Name 3  —  Roll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86200"/>
            <a:ext cx="5303520" cy="1554480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886200"/>
            <a:ext cx="54864" cy="15544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alibri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25196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Prof. / Dr. Guide Name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Department of Computer Science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Academic Year 2025–26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2052828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02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2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03520" cy="43891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54864" cy="4389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Businesses make ad spend and hiring decisions blind.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Without data-driven forecasts, they either overspend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on marketing that won't return, or understaff during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peak demand periods.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Sales managers rely on gut instinct instead of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patterns that already exist in their own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5669280" cy="43891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4864" cy="43891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Our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Build a web-based ML system that: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→  Takes 3 business inputs as features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     (Ad Spend, Salespeople, Price per Unit)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→  Uses Linear Regression to learn the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     relationship between inputs and Sales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→  Predicts monthly sales revenue in</a:t>
            </a:r>
          </a:p>
          <a:p>
            <a:pPr algn="l"/>
            <a:r>
              <a:rPr sz="1350" b="0">
                <a:solidFill>
                  <a:srgbClr val="F0F6FF"/>
                </a:solidFill>
                <a:latin typeface="Calibri"/>
              </a:rPr>
              <a:t>     both USD ($) and INR (₹)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357884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03 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Linear Regression —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3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57432" cy="868680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11457432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447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E5B0"/>
                </a:solidFill>
                <a:latin typeface="Consolas"/>
              </a:rPr>
              <a:t>Sales  =  β₀  +  β₁(Ad Spend)  +  β₂(Salespeople)  +  β₃(Avg Price)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3749039" cy="33375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23160"/>
            <a:ext cx="54864" cy="333756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420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Calibri"/>
              </a:rPr>
              <a:t>β₀  — Intercept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The baseline sales value when all features are zero</a:t>
            </a:r>
          </a:p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Our model gives β₀ = 63,812</a:t>
            </a:r>
          </a:p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This is the model's 'starting point' before any input is considered.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423160"/>
            <a:ext cx="3749039" cy="33375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423160"/>
            <a:ext cx="54864" cy="33375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5420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0"/>
                </a:solidFill>
                <a:latin typeface="Calibri"/>
              </a:rPr>
              <a:t>Positive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99232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β₁ (Ad Spend) = +21,728  and  β₂ (Salespeople) = +9,688</a:t>
            </a:r>
          </a:p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Positive means — as these inputs increase, predicted Sales goes UP</a:t>
            </a:r>
          </a:p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More spend, more people → higher revenue.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423160"/>
            <a:ext cx="3749039" cy="33375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423160"/>
            <a:ext cx="54864" cy="3337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5420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Negative Coefficient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99232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β₃ (Avg Price) = −5,442</a:t>
            </a:r>
          </a:p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Negative means — as price rises, fewer units are sold, so total revenue DROPS</a:t>
            </a:r>
          </a:p>
          <a:p>
            <a:pPr algn="l"/>
            <a:r>
              <a:rPr sz="1200" b="0">
                <a:solidFill>
                  <a:srgbClr val="F0F6FF"/>
                </a:solidFill>
                <a:latin typeface="Calibri"/>
              </a:rPr>
              <a:t>This is the classic price-demand relationship from economics.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84148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04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Training Data — What We Fed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4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B0"/>
                </a:solidFill>
                <a:latin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Data samples (rows)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8B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Input features (X)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B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Target variable (Y)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8BFF"/>
                </a:solidFill>
                <a:latin typeface="Calibri"/>
              </a:rPr>
              <a:t>80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Train / Test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  <a:latin typeface="Calibri"/>
              </a:rPr>
              <a:t>R² ≈ 0.99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Model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34640"/>
            <a:ext cx="11457432" cy="384048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077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0"/>
                </a:solidFill>
                <a:latin typeface="Consolas"/>
              </a:rPr>
              <a:t>Feature (X)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9077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0"/>
                </a:solidFill>
                <a:latin typeface="Consolas"/>
              </a:rPr>
              <a:t>Example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9077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0"/>
                </a:solidFill>
                <a:latin typeface="Consolas"/>
              </a:rPr>
              <a:t>Effect on Sales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18688"/>
            <a:ext cx="11457432" cy="731520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Advertising Spend (₹)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₹2,50,500 → ₹11,69,000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383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Higher spend → more customers → Sales UP  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68496"/>
            <a:ext cx="11457432" cy="7315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Num. Salespeople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8 → 21 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33087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More reps → more deals closed → Sales UP  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18304"/>
            <a:ext cx="11457432" cy="731520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828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Avg Price per Unit (₹)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8828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₹1,670 → ₹3,757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8828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Calibri"/>
              </a:rPr>
              <a:t>Higher price → less demand → Sales DOWN  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68112"/>
            <a:ext cx="11457432" cy="7315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327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Sales Revenue (₹)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6327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₹23,38,000 → ₹1,06,88,000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327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Target — what the model learns to predict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834640"/>
            <a:ext cx="11457432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531620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05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How the System Works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5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577840" cy="15087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6479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D14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002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Collect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8424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50 rows of real sales records with 3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577840" cy="15087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6479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D14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6002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8BFF"/>
                </a:solidFill>
                <a:latin typeface="Calibri"/>
              </a:rPr>
              <a:t>Pre-process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8424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StandardScaler normalises features so no single variable dominates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5577840" cy="15087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29000"/>
            <a:ext cx="502920" cy="5029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56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D14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2918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Split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7588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80% used for training, 20% held back for testing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108960"/>
            <a:ext cx="5577840" cy="15087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429000"/>
            <a:ext cx="502920" cy="50292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56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D14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2918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8BFF"/>
                </a:solidFill>
                <a:latin typeface="Calibri"/>
              </a:rPr>
              <a:t>Train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67588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scikit-learn LinearRegression fits the best line through training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00600"/>
            <a:ext cx="5577840" cy="15087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120640"/>
            <a:ext cx="502920" cy="5029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4807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D14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9834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36752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R², RMSE, MAE computed on test set — R² = 0.99 achieved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800600"/>
            <a:ext cx="5577840" cy="150876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5120640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14807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D14"/>
                </a:solidFill>
                <a:latin typeface="Consola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9834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Predict &amp;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36752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Flask API serves predictions through a browser UI in real-time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444752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06 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Tools &amp; 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6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54864" cy="10972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Python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Core programming language. Simple syntax, vast ML library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" cy="109728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81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8BFF"/>
                </a:solidFill>
                <a:latin typeface="Calibri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4708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LinearRegression, StandardScaler, train_test_split, evaluation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33472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33472"/>
            <a:ext cx="54864" cy="10972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43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Flask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08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Lightweight web framework — serves the API and renders the HTML UI.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633472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33472"/>
            <a:ext cx="54864" cy="109728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43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8BFF"/>
                </a:solidFill>
                <a:latin typeface="Calibri"/>
              </a:rPr>
              <a:t>pandas /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08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Data loading, cleaning, manipulation and numerical operations.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95344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895344"/>
            <a:ext cx="54864" cy="10972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05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  <a:latin typeface="Calibri"/>
              </a:rPr>
              <a:t>joblib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7083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Saves and loads the trained model (.pkl) so retraining is not needed on every launch.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895344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895344"/>
            <a:ext cx="54864" cy="109728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005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8BFF"/>
                </a:solidFill>
                <a:latin typeface="Calibri"/>
              </a:rPr>
              <a:t>Chart.js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7083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Browser-side library that draws the Coefficients and Trend charts on the web UI.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57216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157216"/>
            <a:ext cx="54864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66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HTML / CSS / 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63270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Complete responsive dark-themed dashboard for prediction and model insight.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157216"/>
            <a:ext cx="5577840" cy="109728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5157216"/>
            <a:ext cx="54864" cy="1097280"/>
          </a:xfrm>
          <a:prstGeom prst="rect">
            <a:avLst/>
          </a:prstGeom>
          <a:solidFill>
            <a:srgbClr val="5A6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266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6D8A"/>
                </a:solidFill>
                <a:latin typeface="Calibri"/>
              </a:rPr>
              <a:t>VS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63270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Development environment — all code written, tested and debugged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84148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07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Model Performance &amp;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7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B0"/>
                </a:solidFill>
                <a:latin typeface="Calibri"/>
              </a:rPr>
              <a:t>0.99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R² Score (99% accuracy)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8BFF"/>
                </a:solidFill>
                <a:latin typeface="Calibri"/>
              </a:rPr>
              <a:t>₹2,37,975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RMSE (Avg. Error)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B0"/>
                </a:solidFill>
                <a:latin typeface="Calibri"/>
              </a:rPr>
              <a:t>₹1,75,350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MAE (Mean Abs. Error)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8BFF"/>
                </a:solidFill>
                <a:latin typeface="Calibri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Training samples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417320"/>
            <a:ext cx="2377440" cy="11887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904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75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D8A"/>
                </a:solidFill>
                <a:latin typeface="Calibri"/>
              </a:rPr>
              <a:t>Test samples (20%)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88920"/>
            <a:ext cx="11457432" cy="384048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11457432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onsolas"/>
              </a:rPr>
              <a:t>Ad Spend (₹)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7712" y="2852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onsolas"/>
              </a:rPr>
              <a:t>Salespeople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2852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onsolas"/>
              </a:rPr>
              <a:t>Avg Price (₹)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28529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onsolas"/>
              </a:rPr>
              <a:t>Actual Sales (₹)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852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onsolas"/>
              </a:rPr>
              <a:t>Predicted Sales (₹)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2852928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  <a:latin typeface="Consolas"/>
              </a:rPr>
              <a:t>Error (₹)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72968"/>
            <a:ext cx="11457432" cy="713232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355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4,17,500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7712" y="33558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3632" y="3355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2,087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2" y="33558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37,57,500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3558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B0"/>
                </a:solidFill>
                <a:latin typeface="Calibri"/>
              </a:rPr>
              <a:t>37,40,800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1552" y="3355848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16,700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22776"/>
            <a:ext cx="11457432" cy="713232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1056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8,35,000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12" y="41056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13632" y="41056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2,922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42432" y="4105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74,31,500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5552" y="41056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B0"/>
                </a:solidFill>
                <a:latin typeface="Calibri"/>
              </a:rPr>
              <a:t>73,98,100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1552" y="4105656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33,400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72584"/>
            <a:ext cx="11457432" cy="713232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855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11,27,250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67712" y="48554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4855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3,590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42432" y="48554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1,00,20,000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5552" y="485546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B0"/>
                </a:solidFill>
                <a:latin typeface="Calibri"/>
              </a:rPr>
              <a:t>99,69,900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31552" y="4855464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50,100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422392"/>
            <a:ext cx="11457432" cy="713232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5605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6,26,250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67712" y="56052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5605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2,505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42432" y="56052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51,77,000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5552" y="56052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B0"/>
                </a:solidFill>
                <a:latin typeface="Calibri"/>
              </a:rPr>
              <a:t>51,56,125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31552" y="5605272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F"/>
                </a:solidFill>
                <a:latin typeface="Calibri"/>
              </a:rPr>
              <a:t>20,875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879091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08 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SalesCast — 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8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577840" cy="14173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54864" cy="14173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0"/>
                </a:solidFill>
                <a:latin typeface="Calibri"/>
              </a:rPr>
              <a:t>⚡ Predict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Enter ad spend, number of salespeople, and average unit price. Get instant sales prediction in both USD and INR with a single click.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14173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" cy="141732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81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Calibri"/>
              </a:rPr>
              <a:t>₹ / $ Currency Toggle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19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A toggle switch lets users switch between USD and INR inputs. Sliders auto-recalibrate. The result always shows both currencies.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44368"/>
            <a:ext cx="5577840" cy="14173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44368"/>
            <a:ext cx="54864" cy="14173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540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0"/>
                </a:solidFill>
                <a:latin typeface="Calibri"/>
              </a:rPr>
              <a:t>📈 Model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47287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Coefficients bar chart shows impact of each feature. Trend scatter plot shows the linear relationship learned by the model.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44368"/>
            <a:ext cx="5577840" cy="14173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44368"/>
            <a:ext cx="54864" cy="141732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Calibri"/>
              </a:rPr>
              <a:t>🔬 Model Equation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47287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The full equation is shown with plain-English breakdown — every term explained so non-technical users can understand the prediction.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17136"/>
            <a:ext cx="5577840" cy="14173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517136"/>
            <a:ext cx="54864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6268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🗂️ Dataset Preview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020055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All 50 training rows displayed in a scrollable table so the audience can verify the data the model was trained 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517136"/>
            <a:ext cx="5577840" cy="141732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517136"/>
            <a:ext cx="54864" cy="14173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6268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0"/>
                </a:solidFill>
                <a:latin typeface="Calibri"/>
              </a:rPr>
              <a:t>🔄 Retrain 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0055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F"/>
                </a:solidFill>
                <a:latin typeface="Calibri"/>
              </a:rPr>
              <a:t>One-click retraining reruns the entire ML pipeline on the current dataset and updates the model file and all displayed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444752" cy="274320"/>
          </a:xfrm>
          <a:prstGeom prst="rect">
            <a:avLst/>
          </a:prstGeom>
          <a:solidFill>
            <a:srgbClr val="1A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  <a:latin typeface="Consolas"/>
              </a:rPr>
              <a:t>09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F"/>
                </a:solidFill>
                <a:latin typeface="Calibri"/>
              </a:rPr>
              <a:t>What We Achieved &amp;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D8A"/>
                </a:solidFill>
                <a:latin typeface="Calibri"/>
              </a:rPr>
              <a:t>SalesCast — ML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83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Linear Regression | Python · Scikit-learn ·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D8A"/>
                </a:solidFill>
                <a:latin typeface="Calibri"/>
              </a:rPr>
              <a:t>9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486400" cy="457200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54864" cy="4572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B0"/>
                </a:solidFill>
                <a:latin typeface="Calibri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We successfully built a working ML system that: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✔  Trained Linear Regression on 50 sales records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✔  Achieved R² = 0.99 — near-perfect accuracy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✔  Deployed via Flask with a full web dashboard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✔  Added real-time USD ↔ INR currency toggle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✔  Explained model decisions in plain language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The project proves that even a simple algorithm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like Linear Regression, when applied to clean data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and deployed correctly, gives very strong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77840" cy="4572000"/>
          </a:xfrm>
          <a:prstGeom prst="rect">
            <a:avLst/>
          </a:prstGeom>
          <a:solidFill>
            <a:srgbClr val="111622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" cy="457200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81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Calibri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38528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This project can be extended by: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→  Adding more features (season, region, day)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→  Comparing with Random Forest or XGBoost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→  Connecting to a live database (MySQL / Firebase)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→  Adding user login and prediction history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→  Hosting on the web (Render / Railway / AWS)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The core architecture — ML model + REST API +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interactive UI — is production-ready and can be</a:t>
            </a:r>
          </a:p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adapted for any sales or inventory use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